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138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Jira story to ready-to-run feature files — with humans in the loop.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148840" cy="1097280"/>
          </a:xfrm>
          <a:prstGeom prst="homePlate">
            <a:avLst/>
          </a:prstGeom>
          <a:solidFill>
            <a:srgbClr val="2E6FB0"/>
          </a:solidFill>
          <a:ln/>
          <a:effectLst>
            <a:outerShdw blurRad="508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350008" y="1965960"/>
            <a:ext cx="2148840" cy="1097280"/>
          </a:xfrm>
          <a:prstGeom prst="chevron">
            <a:avLst/>
          </a:prstGeom>
          <a:solidFill>
            <a:srgbClr val="0E8C7D"/>
          </a:solidFill>
          <a:ln/>
          <a:effectLst>
            <a:outerShdw blurRad="508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97096" y="1965960"/>
            <a:ext cx="2148840" cy="1097280"/>
          </a:xfrm>
          <a:prstGeom prst="chevron">
            <a:avLst/>
          </a:prstGeom>
          <a:solidFill>
            <a:srgbClr val="DE8C2C"/>
          </a:solidFill>
          <a:ln/>
          <a:effectLst>
            <a:outerShdw blurRad="508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44184" y="1965960"/>
            <a:ext cx="2148840" cy="1097280"/>
          </a:xfrm>
          <a:prstGeom prst="chevron">
            <a:avLst/>
          </a:prstGeom>
          <a:solidFill>
            <a:srgbClr val="0E8C7D"/>
          </a:solidFill>
          <a:ln/>
          <a:effectLst>
            <a:outerShdw blurRad="508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91272" y="1965960"/>
            <a:ext cx="2148840" cy="1097280"/>
          </a:xfrm>
          <a:prstGeom prst="chevron">
            <a:avLst/>
          </a:prstGeom>
          <a:solidFill>
            <a:srgbClr val="3C9D52"/>
          </a:solidFill>
          <a:ln/>
          <a:effectLst>
            <a:outerShdw blurRad="508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738360" y="1965960"/>
            <a:ext cx="2148840" cy="1097280"/>
          </a:xfrm>
          <a:prstGeom prst="chevron">
            <a:avLst/>
          </a:prstGeom>
          <a:solidFill>
            <a:srgbClr val="DE8C2C"/>
          </a:solidFill>
          <a:ln/>
          <a:effectLst>
            <a:outerShdw blurRad="508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34056" y="1965960"/>
            <a:ext cx="1435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81144" y="1965960"/>
            <a:ext cx="1435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28232" y="1965960"/>
            <a:ext cx="1435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75320" y="1965960"/>
            <a:ext cx="1435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122408" y="1965960"/>
            <a:ext cx="1435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3337560"/>
            <a:ext cx="164592" cy="164592"/>
          </a:xfrm>
          <a:prstGeom prst="ellipse">
            <a:avLst/>
          </a:prstGeom>
          <a:solidFill>
            <a:srgbClr val="0E8C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6112" y="32552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50008" y="3337560"/>
            <a:ext cx="164592" cy="164592"/>
          </a:xfrm>
          <a:prstGeom prst="ellipse">
            <a:avLst/>
          </a:prstGeom>
          <a:solidFill>
            <a:srgbClr val="DE8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87752" y="32552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41648" y="3337560"/>
            <a:ext cx="164592" cy="164592"/>
          </a:xfrm>
          <a:prstGeom prst="ellipse">
            <a:avLst/>
          </a:prstGeom>
          <a:solidFill>
            <a:srgbClr val="3C9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79392" y="32552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3886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8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AUTOMATION FLOW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F1F6F7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1560" y="4553712"/>
            <a:ext cx="1005840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0E8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skills.md </a:t>
            </a:r>
            <a:r>
              <a:rPr lang="en-US" sz="1450" dirty="0">
                <a:solidFill>
                  <a:srgbClr val="47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test scenarios from the input Jira stories.</a:t>
            </a:r>
            <a:endParaRPr lang="en-US" sz="145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DE8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review </a:t>
            </a:r>
            <a:r>
              <a:rPr lang="en-US" sz="1450" dirty="0">
                <a:solidFill>
                  <a:srgbClr val="47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generated test scenarios before they move on.</a:t>
            </a:r>
            <a:endParaRPr lang="en-US" sz="145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0E8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skills.md </a:t>
            </a:r>
            <a:r>
              <a:rPr lang="en-US" sz="1450" dirty="0">
                <a:solidFill>
                  <a:srgbClr val="47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feature files using common framework steps.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in Test Automation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the bottlenecks slowing our delivery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CHALLENGES WE FACE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0F3A45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2514600"/>
            <a:ext cx="868680" cy="86868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275234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48840" y="239572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Test Script Development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148840" y="309067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maintaining scripts by hand drains valuable engineering hours.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20116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0F3A45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720840" y="2514600"/>
            <a:ext cx="868680" cy="86868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2752344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63840" y="239572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Automation Capacity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863840" y="309067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coverage or bandwidth to automate everything that matters.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0F3A45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005840" y="4709160"/>
            <a:ext cx="868680" cy="86868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584" y="4946904"/>
            <a:ext cx="393192" cy="393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48840" y="459028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Sacrificed for Speed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2148840" y="5285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deadline pressure, testing is the first thing to get cut.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42062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0F3A45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720840" y="4709160"/>
            <a:ext cx="868680" cy="86868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4946904"/>
            <a:ext cx="393192" cy="3931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63840" y="459028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Regression Testing Burden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863840" y="5285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surface late, forcing repeated, manual regression cycles.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</Words>
  <Application>Microsoft Macintosh PowerPoint</Application>
  <PresentationFormat>Widescreen</PresentationFormat>
  <Paragraphs>35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Use Case</dc:title>
  <dc:subject>PptxGenJS Presentation</dc:subject>
  <dc:creator>Rashmi</dc:creator>
  <cp:lastModifiedBy>Jadon, Rashmi</cp:lastModifiedBy>
  <cp:revision>2</cp:revision>
  <dcterms:created xsi:type="dcterms:W3CDTF">2026-06-23T03:54:24Z</dcterms:created>
  <dcterms:modified xsi:type="dcterms:W3CDTF">2026-06-23T03:57:15Z</dcterms:modified>
</cp:coreProperties>
</file>