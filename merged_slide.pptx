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Test Automation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4572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Solution for Efficient Testing  ·  AI-Assisted Automation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1353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960120"/>
            <a:ext cx="438912" cy="438912"/>
          </a:xfrm>
          <a:prstGeom prst="ellipse">
            <a:avLst/>
          </a:prstGeom>
          <a:solidFill>
            <a:srgbClr val="E8F4FB"/>
          </a:solidFill>
          <a:ln w="6350">
            <a:solidFill>
              <a:srgbClr val="C5E0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0241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" y="14356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Versatile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8600" y="1636776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API &amp; Database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618488" y="868680"/>
            <a:ext cx="1353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75688" y="960120"/>
            <a:ext cx="438912" cy="438912"/>
          </a:xfrm>
          <a:prstGeom prst="ellipse">
            <a:avLst/>
          </a:prstGeom>
          <a:solidFill>
            <a:srgbClr val="E8F4FB"/>
          </a:solidFill>
          <a:ln w="6350">
            <a:solidFill>
              <a:srgbClr val="C5E0F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02412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64208" y="14356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664208" y="1636776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steps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integrated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054096" y="868680"/>
            <a:ext cx="1353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511296" y="960120"/>
            <a:ext cx="438912" cy="438912"/>
          </a:xfrm>
          <a:prstGeom prst="ellipse">
            <a:avLst/>
          </a:prstGeom>
          <a:solidFill>
            <a:srgbClr val="E8F4FB"/>
          </a:solidFill>
          <a:ln w="6350">
            <a:solidFill>
              <a:srgbClr val="C5E0F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102412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099816" y="14356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&amp; Reusable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3099816" y="1636776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steps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 only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4489704" y="868680"/>
            <a:ext cx="1353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46904" y="960120"/>
            <a:ext cx="438912" cy="438912"/>
          </a:xfrm>
          <a:prstGeom prst="ellipse">
            <a:avLst/>
          </a:prstGeom>
          <a:solidFill>
            <a:srgbClr val="E8F4FB"/>
          </a:solidFill>
          <a:ln w="6350">
            <a:solidFill>
              <a:srgbClr val="C5E0F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6" y="102412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35424" y="14356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535424" y="1636776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EIDP token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built-in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5925312" y="868680"/>
            <a:ext cx="1353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82512" y="960120"/>
            <a:ext cx="438912" cy="438912"/>
          </a:xfrm>
          <a:prstGeom prst="ellipse">
            <a:avLst/>
          </a:prstGeom>
          <a:solidFill>
            <a:srgbClr val="E8F4FB"/>
          </a:solidFill>
          <a:ln w="6350">
            <a:solidFill>
              <a:srgbClr val="C5E0F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02412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71032" y="14356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971032" y="1636776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Team + other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7360920" y="868680"/>
            <a:ext cx="135331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818120" y="960120"/>
            <a:ext cx="438912" cy="438912"/>
          </a:xfrm>
          <a:prstGeom prst="ellipse">
            <a:avLst/>
          </a:prstGeom>
          <a:solidFill>
            <a:srgbClr val="E8F4FB"/>
          </a:solidFill>
          <a:ln w="6350">
            <a:solidFill>
              <a:srgbClr val="C5E0F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272" y="102412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406640" y="1435608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7406640" y="1636776"/>
            <a:ext cx="1261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gen from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· Feature files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228600" y="2112264"/>
            <a:ext cx="8686800" cy="0"/>
          </a:xfrm>
          <a:prstGeom prst="line">
            <a:avLst/>
          </a:prstGeom>
          <a:noFill/>
          <a:ln w="9525">
            <a:solidFill>
              <a:srgbClr val="C0CFDC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28600" y="2176272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228600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2057400" y="217627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Jira story to ready-to-run feature files — with humans in the loop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182880" y="2523744"/>
            <a:ext cx="1325880" cy="621792"/>
          </a:xfrm>
          <a:prstGeom prst="chevron">
            <a:avLst/>
          </a:prstGeom>
          <a:solidFill>
            <a:srgbClr val="1A6BBF"/>
          </a:solidFill>
          <a:ln w="12700">
            <a:solidFill>
              <a:srgbClr val="1A6BBF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274320" y="25694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1380744" y="2523744"/>
            <a:ext cx="1325880" cy="621792"/>
          </a:xfrm>
          <a:prstGeom prst="chevron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472184" y="25694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2578608" y="2523744"/>
            <a:ext cx="1325880" cy="621792"/>
          </a:xfrm>
          <a:prstGeom prst="chevron">
            <a:avLst/>
          </a:prstGeom>
          <a:solidFill>
            <a:srgbClr val="D48A10"/>
          </a:solidFill>
          <a:ln w="12700">
            <a:solidFill>
              <a:srgbClr val="D48A1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2670048" y="25694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3776472" y="2523744"/>
            <a:ext cx="1325880" cy="621792"/>
          </a:xfrm>
          <a:prstGeom prst="chevron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3867912" y="25694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4974336" y="2523744"/>
            <a:ext cx="1325880" cy="621792"/>
          </a:xfrm>
          <a:prstGeom prst="chevron">
            <a:avLst/>
          </a:prstGeom>
          <a:solidFill>
            <a:srgbClr val="2E8B3A"/>
          </a:solidFill>
          <a:ln w="12700">
            <a:solidFill>
              <a:srgbClr val="2E8B3A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5065776" y="25694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Files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6172200" y="2523744"/>
            <a:ext cx="1325880" cy="621792"/>
          </a:xfrm>
          <a:prstGeom prst="chevron">
            <a:avLst/>
          </a:prstGeom>
          <a:solidFill>
            <a:srgbClr val="C07510"/>
          </a:solidFill>
          <a:ln w="12700">
            <a:solidFill>
              <a:srgbClr val="C07510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6263640" y="256946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274320" y="3246120"/>
            <a:ext cx="128016" cy="128016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457200" y="32369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</a:t>
            </a:r>
            <a:endParaRPr lang="en-US" sz="850" dirty="0"/>
          </a:p>
        </p:txBody>
      </p:sp>
      <p:sp>
        <p:nvSpPr>
          <p:cNvPr id="53" name="Shape 45"/>
          <p:cNvSpPr/>
          <p:nvPr/>
        </p:nvSpPr>
        <p:spPr>
          <a:xfrm>
            <a:off x="2103120" y="3246120"/>
            <a:ext cx="128016" cy="128016"/>
          </a:xfrm>
          <a:prstGeom prst="ellipse">
            <a:avLst/>
          </a:prstGeom>
          <a:solidFill>
            <a:srgbClr val="D48A10"/>
          </a:solidFill>
          <a:ln w="12700">
            <a:solidFill>
              <a:srgbClr val="D48A10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2286000" y="32369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850" dirty="0"/>
          </a:p>
        </p:txBody>
      </p:sp>
      <p:sp>
        <p:nvSpPr>
          <p:cNvPr id="55" name="Shape 47"/>
          <p:cNvSpPr/>
          <p:nvPr/>
        </p:nvSpPr>
        <p:spPr>
          <a:xfrm>
            <a:off x="3931920" y="3246120"/>
            <a:ext cx="128016" cy="128016"/>
          </a:xfrm>
          <a:prstGeom prst="ellipse">
            <a:avLst/>
          </a:prstGeom>
          <a:solidFill>
            <a:srgbClr val="2E8B3A"/>
          </a:solidFill>
          <a:ln w="12700">
            <a:solidFill>
              <a:srgbClr val="2E8B3A"/>
            </a:solidFill>
            <a:prstDash val="solid"/>
          </a:ln>
        </p:spPr>
      </p:sp>
      <p:sp>
        <p:nvSpPr>
          <p:cNvPr id="56" name="Text 48"/>
          <p:cNvSpPr/>
          <p:nvPr/>
        </p:nvSpPr>
        <p:spPr>
          <a:xfrm>
            <a:off x="4114800" y="323697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6E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850" dirty="0"/>
          </a:p>
        </p:txBody>
      </p:sp>
      <p:sp>
        <p:nvSpPr>
          <p:cNvPr id="57" name="Shape 49"/>
          <p:cNvSpPr/>
          <p:nvPr/>
        </p:nvSpPr>
        <p:spPr>
          <a:xfrm>
            <a:off x="274320" y="3547872"/>
            <a:ext cx="91440" cy="914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457200" y="3493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skills.md generates test scenarios from the input Jira stories.</a:t>
            </a:r>
            <a:endParaRPr lang="en-US" sz="950" dirty="0"/>
          </a:p>
        </p:txBody>
      </p:sp>
      <p:sp>
        <p:nvSpPr>
          <p:cNvPr id="59" name="Shape 51"/>
          <p:cNvSpPr/>
          <p:nvPr/>
        </p:nvSpPr>
        <p:spPr>
          <a:xfrm>
            <a:off x="274320" y="3867912"/>
            <a:ext cx="91440" cy="91440"/>
          </a:xfrm>
          <a:prstGeom prst="ellipse">
            <a:avLst/>
          </a:prstGeom>
          <a:solidFill>
            <a:srgbClr val="D48A10"/>
          </a:solidFill>
          <a:ln w="12700">
            <a:solidFill>
              <a:srgbClr val="D48A10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457200" y="38130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review validates the generated test scenarios before they move on.</a:t>
            </a:r>
            <a:endParaRPr lang="en-US" sz="950" dirty="0"/>
          </a:p>
        </p:txBody>
      </p:sp>
      <p:sp>
        <p:nvSpPr>
          <p:cNvPr id="61" name="Shape 53"/>
          <p:cNvSpPr/>
          <p:nvPr/>
        </p:nvSpPr>
        <p:spPr>
          <a:xfrm>
            <a:off x="274320" y="4187952"/>
            <a:ext cx="91440" cy="91440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457200" y="41330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skills.md generates feature files using common framework steps.</a:t>
            </a:r>
            <a:endParaRPr lang="en-US" sz="950" dirty="0"/>
          </a:p>
        </p:txBody>
      </p:sp>
      <p:sp>
        <p:nvSpPr>
          <p:cNvPr id="63" name="Text 55"/>
          <p:cNvSpPr/>
          <p:nvPr/>
        </p:nvSpPr>
        <p:spPr>
          <a:xfrm>
            <a:off x="3200400" y="49560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use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2026-06-23T17:54:05Z</dcterms:created>
  <dcterms:modified xsi:type="dcterms:W3CDTF">2026-06-23T17:54:05Z</dcterms:modified>
</cp:coreProperties>
</file>