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Size – Story points</c:v>
                </c:pt>
              </c:strCache>
            </c:strRef>
          </c:tx>
          <c:spPr>
            <a:solidFill>
              <a:srgbClr val="3C9D5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RF20260411</c:v>
                </c:pt>
                <c:pt idx="1">
                  <c:v>RF20260425</c:v>
                </c:pt>
                <c:pt idx="2">
                  <c:v>RF20260509</c:v>
                </c:pt>
                <c:pt idx="3">
                  <c:v>RF20260523</c:v>
                </c:pt>
                <c:pt idx="4">
                  <c:v>RF20260606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</c:v>
                </c:pt>
                <c:pt idx="1">
                  <c:v>54</c:v>
                </c:pt>
                <c:pt idx="2">
                  <c:v>75</c:v>
                </c:pt>
                <c:pt idx="3">
                  <c:v>12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D8-6F4D-BBE4-9EAFA167CA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JIRAs</c:v>
                </c:pt>
              </c:strCache>
            </c:strRef>
          </c:tx>
          <c:spPr>
            <a:solidFill>
              <a:srgbClr val="2E6FB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RF20260411</c:v>
                </c:pt>
                <c:pt idx="1">
                  <c:v>RF20260425</c:v>
                </c:pt>
                <c:pt idx="2">
                  <c:v>RF20260509</c:v>
                </c:pt>
                <c:pt idx="3">
                  <c:v>RF20260523</c:v>
                </c:pt>
                <c:pt idx="4">
                  <c:v>RF20260606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7</c:v>
                </c:pt>
                <c:pt idx="2">
                  <c:v>10</c:v>
                </c:pt>
                <c:pt idx="3">
                  <c:v>3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D8-6F4D-BBE4-9EAFA167CA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8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8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65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QBR38</c:v>
                </c:pt>
              </c:strCache>
            </c:strRef>
          </c:tx>
          <c:spPr>
            <a:solidFill>
              <a:srgbClr val="3C9D5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Velocity</c:v>
                </c:pt>
                <c:pt idx="1">
                  <c:v>Team Strength</c:v>
                </c:pt>
                <c:pt idx="2">
                  <c:v>Vel / team member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34.4</c:v>
                </c:pt>
                <c:pt idx="1">
                  <c:v>11</c:v>
                </c:pt>
                <c:pt idx="2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82-1345-A62F-6F3561CAA2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QBR37</c:v>
                </c:pt>
              </c:strCache>
            </c:strRef>
          </c:tx>
          <c:spPr>
            <a:solidFill>
              <a:srgbClr val="2E6FB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Velocity</c:v>
                </c:pt>
                <c:pt idx="1">
                  <c:v>Team Strength</c:v>
                </c:pt>
                <c:pt idx="2">
                  <c:v>Vel / team member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48.2</c:v>
                </c:pt>
                <c:pt idx="1">
                  <c:v>18</c:v>
                </c:pt>
                <c:pt idx="2">
                  <c:v>2.68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82-1345-A62F-6F3561CAA2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8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8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65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67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 Cycles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quarter we sustained strong delivery velocity and shipped a substantial number of features to the business — with accelerated regression suite development.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303520" cy="1645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JIRAs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– Story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RF20260411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RF20260425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RF20260509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RF20260523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RF20260606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5303520" cy="87782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Sapphire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 / team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074920"/>
          <a:ext cx="5303520" cy="87782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 Incidents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7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62179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JIRAs by Fix Version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126480" y="1874520"/>
          <a:ext cx="55778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3"/>
          <p:cNvSpPr/>
          <p:nvPr/>
        </p:nvSpPr>
        <p:spPr>
          <a:xfrm>
            <a:off x="62179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126480" y="4480560"/>
          <a:ext cx="55778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4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Our Way of Working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6F7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365760" cy="365760"/>
          </a:xfrm>
          <a:prstGeom prst="ellipse">
            <a:avLst/>
          </a:prstGeom>
          <a:solidFill>
            <a:srgbClr val="0E8C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growth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testing capabilities expanded across team.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6F7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20840" y="2011680"/>
            <a:ext cx="365760" cy="365760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delivery velocity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46888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cycles accelerated by eliminating handoffs.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6F7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4343400"/>
            <a:ext cx="365760" cy="365760"/>
          </a:xfrm>
          <a:prstGeom prst="ellipse">
            <a:avLst/>
          </a:prstGeom>
          <a:solidFill>
            <a:srgbClr val="3C9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9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ownership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800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ownership shifted left, reducing defect rates.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6F7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4343400"/>
            <a:ext cx="365760" cy="365760"/>
          </a:xfrm>
          <a:prstGeom prst="ellipse">
            <a:avLst/>
          </a:prstGeom>
          <a:solidFill>
            <a:srgbClr val="DE8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E8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more with less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800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 has reduced still maintaining delivery cycle. Team size reduced from 18 to 11.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Macintosh PowerPoint</Application>
  <PresentationFormat>Widescreen</PresentationFormat>
  <Paragraphs>58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Faster Release Cycles</dc:title>
  <dc:subject>PptxGenJS Presentation</dc:subject>
  <dc:creator>Rashmi</dc:creator>
  <cp:lastModifiedBy>Jadon, Rashmi</cp:lastModifiedBy>
  <cp:revision>1</cp:revision>
  <dcterms:created xsi:type="dcterms:W3CDTF">2026-06-23T04:04:05Z</dcterms:created>
  <dcterms:modified xsi:type="dcterms:W3CDTF">2026-06-23T04:48:48Z</dcterms:modified>
</cp:coreProperties>
</file>