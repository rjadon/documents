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QA Resistance </a:t>
            </a:r>
            <a:pPr algn="l" indent="0" marL="0">
              <a:buNone/>
            </a:pPr>
            <a:r>
              <a:rPr lang="en-US" sz="3400" b="1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algn="l"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Developer-Led Automation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transformation: shifting quality from a siloed afterthought to shared engineering ownership.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343400"/>
          </a:xfrm>
          <a:prstGeom prst="roundRect">
            <a:avLst>
              <a:gd name="adj" fmla="val 3733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13432"/>
            <a:ext cx="841248" cy="84124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53288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216712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4A259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6012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0120" y="353872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"Not My Job" Mindset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114800"/>
            <a:ext cx="2862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seen as a bottleneck that slowed delivery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felt tedious &amp; low-value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and silos between Dev and QA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5650992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F4A259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6509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siloed quality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1965960"/>
            <a:ext cx="3429000" cy="4343400"/>
          </a:xfrm>
          <a:prstGeom prst="roundRect">
            <a:avLst>
              <a:gd name="adj" fmla="val 3733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2313432"/>
            <a:ext cx="841248" cy="8412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2532888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20840" y="216712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2EC4B6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17" name="Text 13"/>
          <p:cNvSpPr/>
          <p:nvPr/>
        </p:nvSpPr>
        <p:spPr>
          <a:xfrm>
            <a:off x="489204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92040" y="353872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 Engineering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892040" y="4114800"/>
            <a:ext cx="2862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"Shift Left" — catch bugs early, cut cost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frameworks in CI/CD (Cypress, Playwright, JUnit)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= mandatory gate to merge PRs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92040" y="5650992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2EC4B6">
              <a:alpha val="18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892040" y="56509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responsibility, right tools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503920" y="1965960"/>
            <a:ext cx="3429000" cy="4343400"/>
          </a:xfrm>
          <a:prstGeom prst="roundRect">
            <a:avLst>
              <a:gd name="adj" fmla="val 3733"/>
            </a:avLst>
          </a:prstGeom>
          <a:solidFill>
            <a:srgbClr val="0F3A45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823960" y="2313432"/>
            <a:ext cx="841248" cy="841248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16" y="2532888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652760" y="216712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06D6A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26" name="Text 21"/>
          <p:cNvSpPr/>
          <p:nvPr/>
        </p:nvSpPr>
        <p:spPr>
          <a:xfrm>
            <a:off x="882396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823960" y="353872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Velocity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823960" y="4114800"/>
            <a:ext cx="2862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now write tests (Unit → Integration → E2E)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confident deployments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bugs reach UAT &amp; Production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823960" y="5650992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06D6A0">
              <a:alpha val="18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8823960" y="565099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 culture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948" y="3973068"/>
            <a:ext cx="329184" cy="329184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39730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Developer-Led Automation</dc:title>
  <dc:subject>PptxGenJS Presentation</dc:subject>
  <dc:creator>Rashmi</dc:creator>
  <cp:lastModifiedBy>Rashmi</cp:lastModifiedBy>
  <cp:revision>1</cp:revision>
  <dcterms:created xsi:type="dcterms:W3CDTF">2026-06-21T07:00:26Z</dcterms:created>
  <dcterms:modified xsi:type="dcterms:W3CDTF">2026-06-21T07:00:26Z</dcterms:modified>
</cp:coreProperties>
</file>