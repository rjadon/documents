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Transformed the Team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honest conversation, we changed how developers see their job — from “testing isn’t mine” to owning the feature end-to-end.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· THE OLD MINDSET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583680" y="16276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· THE NEW MINDSET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4937760" cy="1417320"/>
          </a:xfrm>
          <a:prstGeom prst="roundRect">
            <a:avLst>
              <a:gd name="adj" fmla="val 9032"/>
            </a:avLst>
          </a:prstGeom>
          <a:solidFill>
            <a:srgbClr val="0F3A45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8105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4A259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1417320" y="2084832"/>
            <a:ext cx="393192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develop. QA tests. Writing tests slows us down — end-to-end quality isn’t really our job.”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583680" y="1920240"/>
            <a:ext cx="4937760" cy="1417320"/>
          </a:xfrm>
          <a:prstGeom prst="roundRect">
            <a:avLst>
              <a:gd name="adj" fmla="val 9032"/>
            </a:avLst>
          </a:prstGeom>
          <a:solidFill>
            <a:srgbClr val="0F3A45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20840" y="18105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6D6A0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7360920" y="2084832"/>
            <a:ext cx="393192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own the whole feature — we build it and we test it. Quality is part of how we engineer.”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733288" y="2336292"/>
            <a:ext cx="585216" cy="585216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2473452"/>
            <a:ext cx="310896" cy="31089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" y="36118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MADE THE SHIFT HAPPEN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3977640"/>
            <a:ext cx="2560320" cy="2468880"/>
          </a:xfrm>
          <a:prstGeom prst="roundRect">
            <a:avLst>
              <a:gd name="adj" fmla="val 5185"/>
            </a:avLst>
          </a:prstGeom>
          <a:solidFill>
            <a:srgbClr val="0F3A45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96112" y="4270248"/>
            <a:ext cx="713232" cy="713232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4453128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286000" y="417880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EC4B6">
                    <a:alpha val="3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896112" y="50932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Listened &amp; Brainstormed</a:t>
            </a:r>
            <a:endParaRPr lang="en-US" sz="1550" dirty="0"/>
          </a:p>
        </p:txBody>
      </p:sp>
      <p:sp>
        <p:nvSpPr>
          <p:cNvPr id="20" name="Text 16"/>
          <p:cNvSpPr/>
          <p:nvPr/>
        </p:nvSpPr>
        <p:spPr>
          <a:xfrm>
            <a:off x="896112" y="560527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open sessions to surface the real frustrations behind the resistance.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474720" y="3977640"/>
            <a:ext cx="2560320" cy="2468880"/>
          </a:xfrm>
          <a:prstGeom prst="roundRect">
            <a:avLst>
              <a:gd name="adj" fmla="val 5185"/>
            </a:avLst>
          </a:prstGeom>
          <a:solidFill>
            <a:srgbClr val="0F3A45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730752" y="4270248"/>
            <a:ext cx="713232" cy="713232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32" y="4453128"/>
            <a:ext cx="347472" cy="3474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120640" y="417880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EC4B6">
                    <a:alpha val="3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25" name="Text 20"/>
          <p:cNvSpPr/>
          <p:nvPr/>
        </p:nvSpPr>
        <p:spPr>
          <a:xfrm>
            <a:off x="3730752" y="50932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the “Why”</a:t>
            </a:r>
            <a:endParaRPr lang="en-US" sz="1550" dirty="0"/>
          </a:p>
        </p:txBody>
      </p:sp>
      <p:sp>
        <p:nvSpPr>
          <p:cNvPr id="26" name="Text 21"/>
          <p:cNvSpPr/>
          <p:nvPr/>
        </p:nvSpPr>
        <p:spPr>
          <a:xfrm>
            <a:off x="3730752" y="560527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Discussed Shift Left — why catching bugs early saves real cost and time.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309360" y="3977640"/>
            <a:ext cx="2560320" cy="2468880"/>
          </a:xfrm>
          <a:prstGeom prst="roundRect">
            <a:avLst>
              <a:gd name="adj" fmla="val 5185"/>
            </a:avLst>
          </a:prstGeom>
          <a:solidFill>
            <a:srgbClr val="0F3A45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565392" y="4270248"/>
            <a:ext cx="713232" cy="713232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4453128"/>
            <a:ext cx="347472" cy="34747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955280" y="417880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EC4B6">
                    <a:alpha val="3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31" name="Text 25"/>
          <p:cNvSpPr/>
          <p:nvPr/>
        </p:nvSpPr>
        <p:spPr>
          <a:xfrm>
            <a:off x="6565392" y="50932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Reframed Testing</a:t>
            </a:r>
            <a:endParaRPr lang="en-US" sz="1550" dirty="0"/>
          </a:p>
        </p:txBody>
      </p:sp>
      <p:sp>
        <p:nvSpPr>
          <p:cNvPr id="32" name="Text 26"/>
          <p:cNvSpPr/>
          <p:nvPr/>
        </p:nvSpPr>
        <p:spPr>
          <a:xfrm>
            <a:off x="6565392" y="560527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Turned a tedious chore into an engineering challenge with modern tools.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9144000" y="3977640"/>
            <a:ext cx="2560320" cy="2468880"/>
          </a:xfrm>
          <a:prstGeom prst="roundRect">
            <a:avLst>
              <a:gd name="adj" fmla="val 5185"/>
            </a:avLst>
          </a:prstGeom>
          <a:solidFill>
            <a:srgbClr val="0F3A45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9400032" y="4270248"/>
            <a:ext cx="713232" cy="713232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2912" y="4453128"/>
            <a:ext cx="347472" cy="34747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0789920" y="417880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EC4B6">
                    <a:alpha val="3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37" name="Text 30"/>
          <p:cNvSpPr/>
          <p:nvPr/>
        </p:nvSpPr>
        <p:spPr>
          <a:xfrm>
            <a:off x="9400032" y="50932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End-to-End</a:t>
            </a:r>
            <a:endParaRPr lang="en-US" sz="1550" dirty="0"/>
          </a:p>
        </p:txBody>
      </p:sp>
      <p:sp>
        <p:nvSpPr>
          <p:cNvPr id="38" name="Text 31"/>
          <p:cNvSpPr/>
          <p:nvPr/>
        </p:nvSpPr>
        <p:spPr>
          <a:xfrm>
            <a:off x="9400032" y="560527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 now build and test their own features — quality is part of the craft.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We Transformed the Team</dc:title>
  <dc:subject>PptxGenJS Presentation</dc:subject>
  <dc:creator>Rashmi</dc:creator>
  <cp:lastModifiedBy>Rashmi</cp:lastModifiedBy>
  <cp:revision>1</cp:revision>
  <dcterms:created xsi:type="dcterms:W3CDTF">2026-06-21T07:18:25Z</dcterms:created>
  <dcterms:modified xsi:type="dcterms:W3CDTF">2026-06-21T07:18:25Z</dcterms:modified>
</cp:coreProperties>
</file>